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2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4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1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42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3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0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90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40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0950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7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50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8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2B823-8977-4BA9-B52E-09C9F088F0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C8F4EA1-6A29-4DCA-8ECD-AD2A51D30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1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4001286-6522-266D-CD81-8BD349E84561}"/>
              </a:ext>
            </a:extLst>
          </p:cNvPr>
          <p:cNvSpPr txBox="1"/>
          <p:nvPr/>
        </p:nvSpPr>
        <p:spPr>
          <a:xfrm>
            <a:off x="901700" y="894080"/>
            <a:ext cx="9232900" cy="5116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Environmental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conservation</a:t>
            </a:r>
            <a:endParaRPr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conservation </a:t>
            </a:r>
            <a:r>
              <a:rPr sz="1600" dirty="0">
                <a:latin typeface="Calibri"/>
                <a:cs typeface="Calibri"/>
              </a:rPr>
              <a:t>is 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protection,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preservation,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management, 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restoration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</a:t>
            </a:r>
            <a:endParaRPr sz="1600" dirty="0">
              <a:latin typeface="Calibri"/>
              <a:cs typeface="Calibri"/>
            </a:endParaRPr>
          </a:p>
          <a:p>
            <a:pPr marL="12700" marR="22860">
              <a:lnSpc>
                <a:spcPts val="17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ecological communities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inhabit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0" dirty="0">
                <a:latin typeface="Calibri"/>
                <a:cs typeface="Calibri"/>
              </a:rPr>
              <a:t> refers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10" dirty="0">
                <a:latin typeface="Calibri"/>
                <a:cs typeface="Calibri"/>
              </a:rPr>
              <a:t> practices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protecting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resources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individual,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latin typeface="Calibri"/>
                <a:cs typeface="Calibri"/>
              </a:rPr>
              <a:t>organizational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well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governmental </a:t>
            </a:r>
            <a:r>
              <a:rPr sz="1600" dirty="0">
                <a:latin typeface="Calibri"/>
                <a:cs typeface="Calibri"/>
              </a:rPr>
              <a:t>levels.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Conservation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generally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ts val="1700"/>
              </a:lnSpc>
              <a:spcBef>
                <a:spcPts val="90"/>
              </a:spcBef>
            </a:pP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human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resources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public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benefit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sustainable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social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economic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utilization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latin typeface="Calibri"/>
                <a:cs typeface="Calibri"/>
              </a:rPr>
              <a:t>Environmental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management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conservation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recommendations</a:t>
            </a:r>
            <a:endParaRPr sz="1600" dirty="0">
              <a:latin typeface="Calibri"/>
              <a:cs typeface="Calibri"/>
            </a:endParaRPr>
          </a:p>
          <a:p>
            <a:pPr marL="12700" marR="609600" indent="34290">
              <a:lnSpc>
                <a:spcPct val="117900"/>
              </a:lnSpc>
              <a:spcBef>
                <a:spcPts val="800"/>
              </a:spcBef>
            </a:pPr>
            <a:r>
              <a:rPr sz="1600" spc="-10" dirty="0">
                <a:latin typeface="Calibri"/>
                <a:cs typeface="Calibri"/>
              </a:rPr>
              <a:t>recommends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following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ways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strategies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facilitate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promote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 </a:t>
            </a: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conservation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sustainable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economic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development.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Strategy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1: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Conduct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environment management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10" dirty="0">
                <a:latin typeface="Calibri"/>
                <a:cs typeface="Calibri"/>
              </a:rPr>
              <a:t> protection research/studies</a:t>
            </a:r>
            <a:endParaRPr sz="1600" dirty="0">
              <a:latin typeface="Calibri"/>
              <a:cs typeface="Calibri"/>
            </a:endParaRPr>
          </a:p>
          <a:p>
            <a:pPr marL="12700" marR="362585">
              <a:lnSpc>
                <a:spcPct val="117900"/>
              </a:lnSpc>
              <a:spcBef>
                <a:spcPts val="800"/>
              </a:spcBef>
            </a:pPr>
            <a:r>
              <a:rPr sz="1600" dirty="0">
                <a:latin typeface="Calibri"/>
                <a:cs typeface="Calibri"/>
              </a:rPr>
              <a:t>Create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awareness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issues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describing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interdependence relationship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10" dirty="0">
                <a:latin typeface="Calibri"/>
                <a:cs typeface="Calibri"/>
              </a:rPr>
              <a:t> environment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social-economic issues</a:t>
            </a:r>
            <a:endParaRPr sz="1600" dirty="0">
              <a:latin typeface="Calibri"/>
              <a:cs typeface="Calibri"/>
            </a:endParaRPr>
          </a:p>
          <a:p>
            <a:pPr marL="356235">
              <a:lnSpc>
                <a:spcPct val="100000"/>
              </a:lnSpc>
              <a:spcBef>
                <a:spcPts val="1055"/>
              </a:spcBef>
            </a:pPr>
            <a:r>
              <a:rPr sz="1600" dirty="0">
                <a:latin typeface="Calibri"/>
                <a:cs typeface="Calibri"/>
              </a:rPr>
              <a:t>Designing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conducting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researches/studies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intended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issues</a:t>
            </a:r>
            <a:endParaRPr sz="1600" dirty="0">
              <a:latin typeface="Calibri"/>
              <a:cs typeface="Calibri"/>
            </a:endParaRPr>
          </a:p>
          <a:p>
            <a:pPr marL="351790" marR="427990">
              <a:lnSpc>
                <a:spcPts val="2960"/>
              </a:lnSpc>
              <a:spcBef>
                <a:spcPts val="150"/>
              </a:spcBef>
            </a:pPr>
            <a:r>
              <a:rPr sz="1600" dirty="0">
                <a:latin typeface="Calibri"/>
                <a:cs typeface="Calibri"/>
              </a:rPr>
              <a:t>Developing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workshops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forums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discussing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issues </a:t>
            </a:r>
            <a:r>
              <a:rPr sz="1600" dirty="0">
                <a:latin typeface="Calibri"/>
                <a:cs typeface="Calibri"/>
              </a:rPr>
              <a:t>Developing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conducting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campaigns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77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B88D63A7-4CD2-2709-E664-123F786122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1543" y="313089"/>
            <a:ext cx="5682343" cy="400854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B545865-D1EC-38C9-0404-591BAEC91756}"/>
              </a:ext>
            </a:extLst>
          </p:cNvPr>
          <p:cNvSpPr txBox="1"/>
          <p:nvPr/>
        </p:nvSpPr>
        <p:spPr>
          <a:xfrm>
            <a:off x="2938871" y="4872554"/>
            <a:ext cx="6107158" cy="162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Strategy</a:t>
            </a:r>
            <a:r>
              <a:rPr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2: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Provision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consultancy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services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environmental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management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assessment</a:t>
            </a:r>
            <a:endParaRPr dirty="0">
              <a:latin typeface="Calibri"/>
              <a:cs typeface="Calibri"/>
            </a:endParaRPr>
          </a:p>
          <a:p>
            <a:pPr marL="12700" marR="1316990">
              <a:lnSpc>
                <a:spcPct val="117900"/>
              </a:lnSpc>
              <a:spcBef>
                <a:spcPts val="795"/>
              </a:spcBef>
            </a:pPr>
            <a:r>
              <a:rPr spc="-10" dirty="0">
                <a:latin typeface="Calibri"/>
                <a:cs typeface="Calibri"/>
              </a:rPr>
              <a:t>Promote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practices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environmental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through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provision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environmental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assessment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consultancy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services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032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6BF6BB0B-EB59-318D-4DA5-1F0DA89DBA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771" y="729342"/>
            <a:ext cx="5344886" cy="3200401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F99B4D6-8461-1DF8-9D07-7B87738E353F}"/>
              </a:ext>
            </a:extLst>
          </p:cNvPr>
          <p:cNvSpPr txBox="1"/>
          <p:nvPr/>
        </p:nvSpPr>
        <p:spPr>
          <a:xfrm>
            <a:off x="2764970" y="4169300"/>
            <a:ext cx="6683829" cy="229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00">
              <a:lnSpc>
                <a:spcPct val="117900"/>
              </a:lnSpc>
              <a:spcBef>
                <a:spcPts val="100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Strategy</a:t>
            </a:r>
            <a:r>
              <a:rPr sz="16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#3:</a:t>
            </a:r>
            <a:r>
              <a:rPr sz="1600" b="1" spc="-10" dirty="0">
                <a:latin typeface="Calibri"/>
                <a:cs typeface="Calibri"/>
              </a:rPr>
              <a:t> Promote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facilitate environment conservation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through</a:t>
            </a:r>
            <a:r>
              <a:rPr sz="1600" b="1" spc="-10" dirty="0">
                <a:latin typeface="Calibri"/>
                <a:cs typeface="Calibri"/>
              </a:rPr>
              <a:t> innovation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10" dirty="0">
                <a:latin typeface="Calibri"/>
                <a:cs typeface="Calibri"/>
              </a:rPr>
              <a:t> environmental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protection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initiatives</a:t>
            </a:r>
            <a:endParaRPr sz="1600" dirty="0">
              <a:latin typeface="Calibri"/>
              <a:cs typeface="Calibri"/>
            </a:endParaRPr>
          </a:p>
          <a:p>
            <a:pPr marL="12700" marR="42545">
              <a:lnSpc>
                <a:spcPct val="1179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Helps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community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fragility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environment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importance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its </a:t>
            </a:r>
            <a:r>
              <a:rPr sz="1600" spc="-10" dirty="0">
                <a:latin typeface="Calibri"/>
                <a:cs typeface="Calibri"/>
              </a:rPr>
              <a:t>protection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sustainable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economic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development.</a:t>
            </a:r>
            <a:endParaRPr sz="1600" dirty="0">
              <a:latin typeface="Calibri"/>
              <a:cs typeface="Calibri"/>
            </a:endParaRPr>
          </a:p>
          <a:p>
            <a:pPr marL="12700" marR="317500" indent="339090">
              <a:lnSpc>
                <a:spcPct val="117500"/>
              </a:lnSpc>
            </a:pPr>
            <a:r>
              <a:rPr sz="1600" dirty="0">
                <a:latin typeface="Calibri"/>
                <a:cs typeface="Calibri"/>
              </a:rPr>
              <a:t>Designing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implementing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aiming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community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awareness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issues</a:t>
            </a:r>
            <a:endParaRPr sz="1600" dirty="0">
              <a:latin typeface="Calibri"/>
              <a:cs typeface="Calibri"/>
            </a:endParaRPr>
          </a:p>
          <a:p>
            <a:pPr marL="12700" marR="5080" indent="339090">
              <a:lnSpc>
                <a:spcPct val="117500"/>
              </a:lnSpc>
              <a:spcBef>
                <a:spcPts val="1265"/>
              </a:spcBef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934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D2F140-1D08-6AFB-143C-978EC2CCF72C}"/>
              </a:ext>
            </a:extLst>
          </p:cNvPr>
          <p:cNvSpPr txBox="1"/>
          <p:nvPr/>
        </p:nvSpPr>
        <p:spPr>
          <a:xfrm>
            <a:off x="2741385" y="261329"/>
            <a:ext cx="5864860" cy="1169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9090">
              <a:lnSpc>
                <a:spcPct val="117500"/>
              </a:lnSpc>
              <a:spcBef>
                <a:spcPts val="1265"/>
              </a:spcBef>
            </a:pPr>
            <a:r>
              <a:rPr sz="1600" spc="-10" dirty="0">
                <a:latin typeface="Calibri"/>
                <a:cs typeface="Calibri"/>
              </a:rPr>
              <a:t>Promoting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partnership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conservation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well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implementation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campaigns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developing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conducting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600" spc="-10" dirty="0">
                <a:latin typeface="Calibri"/>
                <a:cs typeface="Calibri"/>
              </a:rPr>
              <a:t>environmental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campaigns.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12B8AC7-B645-9447-F83C-229A2A8AF0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343" y="1712834"/>
            <a:ext cx="5279571" cy="424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522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256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I C R O S P A C E</dc:creator>
  <cp:lastModifiedBy>M I C R O S P A C E</cp:lastModifiedBy>
  <cp:revision>3</cp:revision>
  <dcterms:created xsi:type="dcterms:W3CDTF">2026-01-31T19:36:58Z</dcterms:created>
  <dcterms:modified xsi:type="dcterms:W3CDTF">2026-01-31T19:51:49Z</dcterms:modified>
</cp:coreProperties>
</file>